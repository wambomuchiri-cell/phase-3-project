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Muchiri" userId="20b7b14a706427d0" providerId="LiveId" clId="{3CCB2B4F-3404-495C-B3A5-55A61038783D}"/>
    <pc:docChg chg="custSel addSld modSld">
      <pc:chgData name="Lucy Muchiri" userId="20b7b14a706427d0" providerId="LiveId" clId="{3CCB2B4F-3404-495C-B3A5-55A61038783D}" dt="2026-02-12T20:07:56.437" v="308" actId="113"/>
      <pc:docMkLst>
        <pc:docMk/>
      </pc:docMkLst>
      <pc:sldChg chg="modSp mod">
        <pc:chgData name="Lucy Muchiri" userId="20b7b14a706427d0" providerId="LiveId" clId="{3CCB2B4F-3404-495C-B3A5-55A61038783D}" dt="2026-02-12T19:38:26.665" v="3" actId="20577"/>
        <pc:sldMkLst>
          <pc:docMk/>
          <pc:sldMk cId="224380608" sldId="257"/>
        </pc:sldMkLst>
        <pc:spChg chg="mod">
          <ac:chgData name="Lucy Muchiri" userId="20b7b14a706427d0" providerId="LiveId" clId="{3CCB2B4F-3404-495C-B3A5-55A61038783D}" dt="2026-02-12T19:38:26.665" v="3" actId="20577"/>
          <ac:spMkLst>
            <pc:docMk/>
            <pc:sldMk cId="224380608" sldId="257"/>
            <ac:spMk id="4" creationId="{48375092-C08B-CF2E-7484-02E33FFA9B05}"/>
          </ac:spMkLst>
        </pc:spChg>
      </pc:sldChg>
      <pc:sldChg chg="addSp delSp modSp new mod">
        <pc:chgData name="Lucy Muchiri" userId="20b7b14a706427d0" providerId="LiveId" clId="{3CCB2B4F-3404-495C-B3A5-55A61038783D}" dt="2026-02-12T19:47:14.144" v="25"/>
        <pc:sldMkLst>
          <pc:docMk/>
          <pc:sldMk cId="1743160236" sldId="259"/>
        </pc:sldMkLst>
        <pc:spChg chg="mod">
          <ac:chgData name="Lucy Muchiri" userId="20b7b14a706427d0" providerId="LiveId" clId="{3CCB2B4F-3404-495C-B3A5-55A61038783D}" dt="2026-02-12T19:39:56.808" v="10" actId="14100"/>
          <ac:spMkLst>
            <pc:docMk/>
            <pc:sldMk cId="1743160236" sldId="259"/>
            <ac:spMk id="2" creationId="{12660C3E-F840-DC4E-905E-2B9BE4B16CEC}"/>
          </ac:spMkLst>
        </pc:spChg>
        <pc:spChg chg="add del mod">
          <ac:chgData name="Lucy Muchiri" userId="20b7b14a706427d0" providerId="LiveId" clId="{3CCB2B4F-3404-495C-B3A5-55A61038783D}" dt="2026-02-12T19:47:14.144" v="25"/>
          <ac:spMkLst>
            <pc:docMk/>
            <pc:sldMk cId="1743160236" sldId="259"/>
            <ac:spMk id="3" creationId="{1A680393-62F5-8122-8B4D-F6F23309E8AE}"/>
          </ac:spMkLst>
        </pc:spChg>
        <pc:spChg chg="add mod">
          <ac:chgData name="Lucy Muchiri" userId="20b7b14a706427d0" providerId="LiveId" clId="{3CCB2B4F-3404-495C-B3A5-55A61038783D}" dt="2026-02-12T19:45:32.895" v="23" actId="113"/>
          <ac:spMkLst>
            <pc:docMk/>
            <pc:sldMk cId="1743160236" sldId="259"/>
            <ac:spMk id="4" creationId="{07779C75-DC10-844C-3E53-359960D0261A}"/>
          </ac:spMkLst>
        </pc:spChg>
      </pc:sldChg>
      <pc:sldChg chg="addSp modSp new mod">
        <pc:chgData name="Lucy Muchiri" userId="20b7b14a706427d0" providerId="LiveId" clId="{3CCB2B4F-3404-495C-B3A5-55A61038783D}" dt="2026-02-12T19:49:09.069" v="60" actId="20577"/>
        <pc:sldMkLst>
          <pc:docMk/>
          <pc:sldMk cId="3165143908" sldId="260"/>
        </pc:sldMkLst>
        <pc:spChg chg="mod">
          <ac:chgData name="Lucy Muchiri" userId="20b7b14a706427d0" providerId="LiveId" clId="{3CCB2B4F-3404-495C-B3A5-55A61038783D}" dt="2026-02-12T19:49:09.069" v="60" actId="20577"/>
          <ac:spMkLst>
            <pc:docMk/>
            <pc:sldMk cId="3165143908" sldId="260"/>
            <ac:spMk id="2" creationId="{39709F82-1098-CEE4-72C1-E916D7A9FDEE}"/>
          </ac:spMkLst>
        </pc:spChg>
        <pc:picChg chg="add mod">
          <ac:chgData name="Lucy Muchiri" userId="20b7b14a706427d0" providerId="LiveId" clId="{3CCB2B4F-3404-495C-B3A5-55A61038783D}" dt="2026-02-12T19:48:28.794" v="27" actId="1076"/>
          <ac:picMkLst>
            <pc:docMk/>
            <pc:sldMk cId="3165143908" sldId="260"/>
            <ac:picMk id="4" creationId="{9EF5D1A0-A491-65F8-7F7F-0661F171DFA4}"/>
          </ac:picMkLst>
        </pc:picChg>
      </pc:sldChg>
      <pc:sldChg chg="addSp modSp new mod">
        <pc:chgData name="Lucy Muchiri" userId="20b7b14a706427d0" providerId="LiveId" clId="{3CCB2B4F-3404-495C-B3A5-55A61038783D}" dt="2026-02-12T19:51:25.724" v="101" actId="5793"/>
        <pc:sldMkLst>
          <pc:docMk/>
          <pc:sldMk cId="3001097485" sldId="261"/>
        </pc:sldMkLst>
        <pc:spChg chg="mod">
          <ac:chgData name="Lucy Muchiri" userId="20b7b14a706427d0" providerId="LiveId" clId="{3CCB2B4F-3404-495C-B3A5-55A61038783D}" dt="2026-02-12T19:49:59.224" v="89" actId="20577"/>
          <ac:spMkLst>
            <pc:docMk/>
            <pc:sldMk cId="3001097485" sldId="261"/>
            <ac:spMk id="2" creationId="{02B4DB80-69C8-708F-E30D-086D0146AA74}"/>
          </ac:spMkLst>
        </pc:spChg>
        <pc:spChg chg="add mod">
          <ac:chgData name="Lucy Muchiri" userId="20b7b14a706427d0" providerId="LiveId" clId="{3CCB2B4F-3404-495C-B3A5-55A61038783D}" dt="2026-02-12T19:51:25.724" v="101" actId="5793"/>
          <ac:spMkLst>
            <pc:docMk/>
            <pc:sldMk cId="3001097485" sldId="261"/>
            <ac:spMk id="3" creationId="{258B08BA-8B70-726F-9095-067C3DAA098E}"/>
          </ac:spMkLst>
        </pc:spChg>
      </pc:sldChg>
      <pc:sldChg chg="addSp modSp new mod">
        <pc:chgData name="Lucy Muchiri" userId="20b7b14a706427d0" providerId="LiveId" clId="{3CCB2B4F-3404-495C-B3A5-55A61038783D}" dt="2026-02-12T19:53:26.146" v="135" actId="255"/>
        <pc:sldMkLst>
          <pc:docMk/>
          <pc:sldMk cId="2811557796" sldId="262"/>
        </pc:sldMkLst>
        <pc:spChg chg="add mod">
          <ac:chgData name="Lucy Muchiri" userId="20b7b14a706427d0" providerId="LiveId" clId="{3CCB2B4F-3404-495C-B3A5-55A61038783D}" dt="2026-02-12T19:53:26.146" v="135" actId="255"/>
          <ac:spMkLst>
            <pc:docMk/>
            <pc:sldMk cId="2811557796" sldId="262"/>
            <ac:spMk id="4" creationId="{FD70FA30-AD74-5B24-CA09-C2D203B7F626}"/>
          </ac:spMkLst>
        </pc:spChg>
        <pc:picChg chg="add mod">
          <ac:chgData name="Lucy Muchiri" userId="20b7b14a706427d0" providerId="LiveId" clId="{3CCB2B4F-3404-495C-B3A5-55A61038783D}" dt="2026-02-12T19:52:29.494" v="106" actId="1076"/>
          <ac:picMkLst>
            <pc:docMk/>
            <pc:sldMk cId="2811557796" sldId="262"/>
            <ac:picMk id="3" creationId="{151C676F-AD17-64DD-CD16-6025381DA1F3}"/>
          </ac:picMkLst>
        </pc:picChg>
      </pc:sldChg>
      <pc:sldChg chg="addSp modSp new mod">
        <pc:chgData name="Lucy Muchiri" userId="20b7b14a706427d0" providerId="LiveId" clId="{3CCB2B4F-3404-495C-B3A5-55A61038783D}" dt="2026-02-12T19:55:04.935" v="157" actId="113"/>
        <pc:sldMkLst>
          <pc:docMk/>
          <pc:sldMk cId="308374249" sldId="263"/>
        </pc:sldMkLst>
        <pc:spChg chg="mod">
          <ac:chgData name="Lucy Muchiri" userId="20b7b14a706427d0" providerId="LiveId" clId="{3CCB2B4F-3404-495C-B3A5-55A61038783D}" dt="2026-02-12T19:54:15.197" v="152" actId="20577"/>
          <ac:spMkLst>
            <pc:docMk/>
            <pc:sldMk cId="308374249" sldId="263"/>
            <ac:spMk id="2" creationId="{1C3372F4-27D2-0B64-3651-72C93E0E334C}"/>
          </ac:spMkLst>
        </pc:spChg>
        <pc:spChg chg="add mod">
          <ac:chgData name="Lucy Muchiri" userId="20b7b14a706427d0" providerId="LiveId" clId="{3CCB2B4F-3404-495C-B3A5-55A61038783D}" dt="2026-02-12T19:55:04.935" v="157" actId="113"/>
          <ac:spMkLst>
            <pc:docMk/>
            <pc:sldMk cId="308374249" sldId="263"/>
            <ac:spMk id="3" creationId="{C5E832DD-329E-1191-62A3-4C08562CAECD}"/>
          </ac:spMkLst>
        </pc:spChg>
      </pc:sldChg>
      <pc:sldChg chg="addSp modSp new mod">
        <pc:chgData name="Lucy Muchiri" userId="20b7b14a706427d0" providerId="LiveId" clId="{3CCB2B4F-3404-495C-B3A5-55A61038783D}" dt="2026-02-12T19:56:58.923" v="196" actId="20577"/>
        <pc:sldMkLst>
          <pc:docMk/>
          <pc:sldMk cId="3164514107" sldId="264"/>
        </pc:sldMkLst>
        <pc:spChg chg="mod">
          <ac:chgData name="Lucy Muchiri" userId="20b7b14a706427d0" providerId="LiveId" clId="{3CCB2B4F-3404-495C-B3A5-55A61038783D}" dt="2026-02-12T19:56:58.923" v="196" actId="20577"/>
          <ac:spMkLst>
            <pc:docMk/>
            <pc:sldMk cId="3164514107" sldId="264"/>
            <ac:spMk id="2" creationId="{1FC1FF98-FFBF-7D08-B986-017390439511}"/>
          </ac:spMkLst>
        </pc:spChg>
        <pc:picChg chg="add mod">
          <ac:chgData name="Lucy Muchiri" userId="20b7b14a706427d0" providerId="LiveId" clId="{3CCB2B4F-3404-495C-B3A5-55A61038783D}" dt="2026-02-12T19:56:43.286" v="160" actId="1076"/>
          <ac:picMkLst>
            <pc:docMk/>
            <pc:sldMk cId="3164514107" sldId="264"/>
            <ac:picMk id="4" creationId="{C6B2C382-C0D5-9507-D7FC-FCE672C1EA93}"/>
          </ac:picMkLst>
        </pc:picChg>
      </pc:sldChg>
      <pc:sldChg chg="addSp modSp new mod">
        <pc:chgData name="Lucy Muchiri" userId="20b7b14a706427d0" providerId="LiveId" clId="{3CCB2B4F-3404-495C-B3A5-55A61038783D}" dt="2026-02-12T19:59:07.843" v="221" actId="113"/>
        <pc:sldMkLst>
          <pc:docMk/>
          <pc:sldMk cId="1499274858" sldId="265"/>
        </pc:sldMkLst>
        <pc:spChg chg="mod">
          <ac:chgData name="Lucy Muchiri" userId="20b7b14a706427d0" providerId="LiveId" clId="{3CCB2B4F-3404-495C-B3A5-55A61038783D}" dt="2026-02-12T19:57:34.758" v="213" actId="20577"/>
          <ac:spMkLst>
            <pc:docMk/>
            <pc:sldMk cId="1499274858" sldId="265"/>
            <ac:spMk id="2" creationId="{B699A857-EDB1-2FFA-9958-6A9FA1D0A917}"/>
          </ac:spMkLst>
        </pc:spChg>
        <pc:spChg chg="add mod">
          <ac:chgData name="Lucy Muchiri" userId="20b7b14a706427d0" providerId="LiveId" clId="{3CCB2B4F-3404-495C-B3A5-55A61038783D}" dt="2026-02-12T19:59:07.843" v="221" actId="113"/>
          <ac:spMkLst>
            <pc:docMk/>
            <pc:sldMk cId="1499274858" sldId="265"/>
            <ac:spMk id="3" creationId="{80236AB4-A417-37E7-756D-3CC2CC47050D}"/>
          </ac:spMkLst>
        </pc:spChg>
      </pc:sldChg>
      <pc:sldChg chg="addSp modSp new mod">
        <pc:chgData name="Lucy Muchiri" userId="20b7b14a706427d0" providerId="LiveId" clId="{3CCB2B4F-3404-495C-B3A5-55A61038783D}" dt="2026-02-12T20:00:09.693" v="236" actId="255"/>
        <pc:sldMkLst>
          <pc:docMk/>
          <pc:sldMk cId="212012277" sldId="266"/>
        </pc:sldMkLst>
        <pc:spChg chg="mod">
          <ac:chgData name="Lucy Muchiri" userId="20b7b14a706427d0" providerId="LiveId" clId="{3CCB2B4F-3404-495C-B3A5-55A61038783D}" dt="2026-02-12T19:59:39.620" v="233" actId="20577"/>
          <ac:spMkLst>
            <pc:docMk/>
            <pc:sldMk cId="212012277" sldId="266"/>
            <ac:spMk id="2" creationId="{23293B5C-926D-713E-F955-5B37FB8187FF}"/>
          </ac:spMkLst>
        </pc:spChg>
        <pc:spChg chg="add mod">
          <ac:chgData name="Lucy Muchiri" userId="20b7b14a706427d0" providerId="LiveId" clId="{3CCB2B4F-3404-495C-B3A5-55A61038783D}" dt="2026-02-12T20:00:09.693" v="236" actId="255"/>
          <ac:spMkLst>
            <pc:docMk/>
            <pc:sldMk cId="212012277" sldId="266"/>
            <ac:spMk id="3" creationId="{9F82B4EE-F547-3D83-7D64-62E4898306C7}"/>
          </ac:spMkLst>
        </pc:spChg>
      </pc:sldChg>
      <pc:sldChg chg="addSp modSp new mod">
        <pc:chgData name="Lucy Muchiri" userId="20b7b14a706427d0" providerId="LiveId" clId="{3CCB2B4F-3404-495C-B3A5-55A61038783D}" dt="2026-02-12T20:07:56.437" v="308" actId="113"/>
        <pc:sldMkLst>
          <pc:docMk/>
          <pc:sldMk cId="3708706708" sldId="267"/>
        </pc:sldMkLst>
        <pc:spChg chg="mod">
          <ac:chgData name="Lucy Muchiri" userId="20b7b14a706427d0" providerId="LiveId" clId="{3CCB2B4F-3404-495C-B3A5-55A61038783D}" dt="2026-02-12T20:00:36.489" v="252" actId="20577"/>
          <ac:spMkLst>
            <pc:docMk/>
            <pc:sldMk cId="3708706708" sldId="267"/>
            <ac:spMk id="2" creationId="{F061C790-C69E-DB06-2E80-324294468F5C}"/>
          </ac:spMkLst>
        </pc:spChg>
        <pc:spChg chg="add mod">
          <ac:chgData name="Lucy Muchiri" userId="20b7b14a706427d0" providerId="LiveId" clId="{3CCB2B4F-3404-495C-B3A5-55A61038783D}" dt="2026-02-12T20:07:56.437" v="308" actId="113"/>
          <ac:spMkLst>
            <pc:docMk/>
            <pc:sldMk cId="3708706708" sldId="267"/>
            <ac:spMk id="3" creationId="{B69F83CF-8341-0F62-848C-CE0ED8778E4D}"/>
          </ac:spMkLst>
        </pc:spChg>
      </pc:sldChg>
      <pc:sldChg chg="addSp modSp new mod">
        <pc:chgData name="Lucy Muchiri" userId="20b7b14a706427d0" providerId="LiveId" clId="{3CCB2B4F-3404-495C-B3A5-55A61038783D}" dt="2026-02-12T20:03:12.419" v="274" actId="255"/>
        <pc:sldMkLst>
          <pc:docMk/>
          <pc:sldMk cId="861226007" sldId="268"/>
        </pc:sldMkLst>
        <pc:spChg chg="mod">
          <ac:chgData name="Lucy Muchiri" userId="20b7b14a706427d0" providerId="LiveId" clId="{3CCB2B4F-3404-495C-B3A5-55A61038783D}" dt="2026-02-12T20:02:41.778" v="271" actId="20577"/>
          <ac:spMkLst>
            <pc:docMk/>
            <pc:sldMk cId="861226007" sldId="268"/>
            <ac:spMk id="2" creationId="{E92CC2EA-3855-0278-AEC4-B50C3BD1BCB6}"/>
          </ac:spMkLst>
        </pc:spChg>
        <pc:spChg chg="add mod">
          <ac:chgData name="Lucy Muchiri" userId="20b7b14a706427d0" providerId="LiveId" clId="{3CCB2B4F-3404-495C-B3A5-55A61038783D}" dt="2026-02-12T20:03:12.419" v="274" actId="255"/>
          <ac:spMkLst>
            <pc:docMk/>
            <pc:sldMk cId="861226007" sldId="268"/>
            <ac:spMk id="3" creationId="{349D1D52-3F03-3450-BD94-2EFA4A218C4E}"/>
          </ac:spMkLst>
        </pc:spChg>
      </pc:sldChg>
      <pc:sldChg chg="addSp delSp modSp new mod">
        <pc:chgData name="Lucy Muchiri" userId="20b7b14a706427d0" providerId="LiveId" clId="{3CCB2B4F-3404-495C-B3A5-55A61038783D}" dt="2026-02-12T20:06:00.169" v="306" actId="1076"/>
        <pc:sldMkLst>
          <pc:docMk/>
          <pc:sldMk cId="1422773524" sldId="269"/>
        </pc:sldMkLst>
        <pc:spChg chg="add del mod">
          <ac:chgData name="Lucy Muchiri" userId="20b7b14a706427d0" providerId="LiveId" clId="{3CCB2B4F-3404-495C-B3A5-55A61038783D}" dt="2026-02-12T20:04:47.139" v="278"/>
          <ac:spMkLst>
            <pc:docMk/>
            <pc:sldMk cId="1422773524" sldId="269"/>
            <ac:spMk id="2" creationId="{30A661FC-59A3-AD67-0862-4DE23B6EFAA2}"/>
          </ac:spMkLst>
        </pc:spChg>
        <pc:spChg chg="add mod">
          <ac:chgData name="Lucy Muchiri" userId="20b7b14a706427d0" providerId="LiveId" clId="{3CCB2B4F-3404-495C-B3A5-55A61038783D}" dt="2026-02-12T20:05:54.282" v="305" actId="255"/>
          <ac:spMkLst>
            <pc:docMk/>
            <pc:sldMk cId="1422773524" sldId="269"/>
            <ac:spMk id="3" creationId="{25D0A98B-3AE3-776C-8416-CB5C77075AFA}"/>
          </ac:spMkLst>
        </pc:spChg>
        <pc:spChg chg="add mod">
          <ac:chgData name="Lucy Muchiri" userId="20b7b14a706427d0" providerId="LiveId" clId="{3CCB2B4F-3404-495C-B3A5-55A61038783D}" dt="2026-02-12T20:06:00.169" v="306" actId="1076"/>
          <ac:spMkLst>
            <pc:docMk/>
            <pc:sldMk cId="1422773524" sldId="269"/>
            <ac:spMk id="4" creationId="{F439673F-33BB-2D74-C26D-A0103823392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52FB8-B0F9-9A1A-9CB8-41A4DB5F0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A706B-1450-0502-45E6-DBEA672FC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076BA-1CFC-C393-EE70-E33E7E4D9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B5619-9DC1-A445-825B-BA702E1C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C2498-5DDB-CF2F-B11C-8764C822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7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E21CB-25F8-C85E-0331-E45E52116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77F37-8200-BA6C-2554-013E417DD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26A79-88C8-B957-515F-AF3702E91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4AE7F-D853-ABED-6166-A9354C4E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C5857-A05D-2F73-7E5B-AC20E77B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E073-7575-6DA0-68CC-0827F724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BAC7F-73DB-3241-5F12-DC1DC52E7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CD0B1-E03B-A8A9-3DCE-01E5632D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6B4D8-92EE-38F8-B3EC-4EAE7D25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6327E-07E5-4B47-ADBA-47EAD0C6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53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599F-F8A8-E9CF-C7BA-3F72FEF5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C4BA5-F094-0A6D-85ED-E125E8DE2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64118-EFED-6220-B840-BF01711C2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61564-4277-0492-044F-D1AB9F6B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938A9-3E15-54B6-D3A2-79951266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79F23-050F-8C59-F28D-0CD63B6C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4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12E4-9773-D364-DEEC-B30BF4B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31F2C-ED42-6EFA-283D-3F4A9AD94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17E69-D6DD-1609-E42F-FA66CC486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7AC76-8944-9A9A-60DB-7B68BE620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DFAEB-6D94-8E40-A09C-8DE51E33B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853A6-BF08-D8B7-51E1-55C497CD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A1C6C0-4421-667B-73CF-1682D370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26A306-D689-1DC5-951D-9B989230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7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EF413-5006-3C48-053A-04D3BC5E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14C47-0199-C6A2-7424-A348D91B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711C2-15D6-F2A6-9813-714B2DEF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F4113-05D6-0DE2-4ABF-7FBCF19F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051C2D-FE3F-C7AC-1BFA-2C033272E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31044-7194-B674-6D23-6E293ED0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22CD-8C95-91F8-14BD-84A08C2D2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0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346E-5A2C-89DE-F332-A08554BE1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40B4-9506-7D65-30D7-8957AE233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ACB08-4AF1-AB99-752D-A13802CA9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359F5-DD16-3965-F1FD-1B25C3EA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5A278-7983-A8BD-3E7D-DFAB16A3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BF136-B7B6-EC45-24AC-16F6D1C6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27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FF196-05AF-2BE0-3F52-0DAC0FD2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1BDCA-CC50-64FE-C38D-FE0A1D778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60200-9E2E-1DD2-7146-0ED03270B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F79D1-75EF-BF7D-39C4-5ADC3A1E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845EF-5973-8A5F-6CA3-FDB787A55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8D6A1-D457-CA08-8FF5-25310882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4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6259-B53A-5188-ACB3-7C6C252B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85AF8-D2C0-D584-83DE-F7E4AF8AE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85838-0F47-79CC-C02E-186856B2D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5C60C-364F-C338-4963-00479CE0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0A835-2764-B21F-C072-9CB53BE9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0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86946-86AC-2476-E451-8F303B9A3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E1512-3334-6C1B-22C8-C7CFC1F15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EBF1A-F5A6-81B7-C744-C65AA4EEA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212C1-21EE-E993-B5F2-AE1F33B3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5C121-5DF4-9C52-2A4E-21FE372C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35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04368-B1AC-F947-71E5-A74B3274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53AA1-8A8E-D2D9-B656-7E7F0B68E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B6BB7-4679-8B07-EFE1-0B19C2B36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353EB6-C895-4C3B-A0F4-52DC7452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42676-F313-B214-5F54-688EC0104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1690-534E-0D04-0CC3-7951439C2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4D478-603F-4014-BBCA-D6E728F3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1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A13C-456B-B0EB-94DB-8EF1D138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Presentation Title: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18A12-9A3B-7E4A-683C-488E709FC14A}"/>
              </a:ext>
            </a:extLst>
          </p:cNvPr>
          <p:cNvSpPr txBox="1"/>
          <p:nvPr/>
        </p:nvSpPr>
        <p:spPr>
          <a:xfrm>
            <a:off x="979714" y="1817914"/>
            <a:ext cx="100801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Predicting Customer Churn for </a:t>
            </a:r>
            <a:r>
              <a:rPr lang="en-US" sz="2400" b="1" dirty="0" err="1"/>
              <a:t>SyriaTel</a:t>
            </a:r>
            <a:br>
              <a:rPr lang="en-US" sz="2400" dirty="0"/>
            </a:br>
            <a:r>
              <a:rPr lang="en-US" sz="2400" i="1" dirty="0"/>
              <a:t>Using Machine Learning to Retain More Customers and Increase Revenue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14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B308-A979-8585-2DF4-BD307468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Title Slide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75092-C08B-CF2E-7484-02E33FFA9B05}"/>
              </a:ext>
            </a:extLst>
          </p:cNvPr>
          <p:cNvSpPr txBox="1"/>
          <p:nvPr/>
        </p:nvSpPr>
        <p:spPr>
          <a:xfrm>
            <a:off x="1099457" y="1690688"/>
            <a:ext cx="1034142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Title : Predicting Customer Churn for </a:t>
            </a:r>
            <a:r>
              <a:rPr lang="en-US" sz="2800" dirty="0" err="1"/>
              <a:t>SyriaTel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Subtitle: Data Science Project – Phase 3</a:t>
            </a:r>
          </a:p>
          <a:p>
            <a:endParaRPr lang="en-US" sz="2800" dirty="0"/>
          </a:p>
          <a:p>
            <a:r>
              <a:rPr lang="en-US" sz="2800" dirty="0"/>
              <a:t>Presented by : Lucy Muchiri</a:t>
            </a:r>
          </a:p>
          <a:p>
            <a:endParaRPr lang="en-US" sz="2800" dirty="0"/>
          </a:p>
          <a:p>
            <a:r>
              <a:rPr lang="en-US" sz="2800" dirty="0"/>
              <a:t>Date : 12/2/2026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8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2027-9300-3CE8-1ED5-C486B36B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 /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88F53-9CBD-3D60-8287-A5267095034E}"/>
              </a:ext>
            </a:extLst>
          </p:cNvPr>
          <p:cNvSpPr txBox="1"/>
          <p:nvPr/>
        </p:nvSpPr>
        <p:spPr>
          <a:xfrm>
            <a:off x="990600" y="1284514"/>
            <a:ext cx="1010194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we will cover today:</a:t>
            </a:r>
            <a:endParaRPr lang="en-US" sz="3200" dirty="0"/>
          </a:p>
          <a:p>
            <a:pPr lvl="1"/>
            <a:r>
              <a:rPr lang="en-US" sz="2800" dirty="0"/>
              <a:t>&gt;Business problem &amp; why it matters</a:t>
            </a:r>
          </a:p>
          <a:p>
            <a:pPr lvl="1"/>
            <a:r>
              <a:rPr lang="en-US" sz="2800" dirty="0"/>
              <a:t>&gt;Our data and approach</a:t>
            </a:r>
          </a:p>
          <a:p>
            <a:pPr lvl="1"/>
            <a:r>
              <a:rPr lang="en-US" sz="2800" dirty="0"/>
              <a:t>&gt;Key findings from the model</a:t>
            </a:r>
          </a:p>
          <a:p>
            <a:pPr lvl="1"/>
            <a:r>
              <a:rPr lang="en-US" sz="2800" dirty="0"/>
              <a:t>&gt;Financial impact</a:t>
            </a:r>
          </a:p>
          <a:p>
            <a:pPr lvl="1"/>
            <a:r>
              <a:rPr lang="en-US" sz="2800" dirty="0"/>
              <a:t>&gt;Recommended actions</a:t>
            </a:r>
          </a:p>
          <a:p>
            <a:pPr lvl="1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27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0C3E-F840-DC4E-905E-2B9BE4B16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365125"/>
            <a:ext cx="11440885" cy="1325563"/>
          </a:xfrm>
        </p:spPr>
        <p:txBody>
          <a:bodyPr>
            <a:normAutofit fontScale="90000"/>
          </a:bodyPr>
          <a:lstStyle/>
          <a:p>
            <a:r>
              <a:rPr lang="en-US" sz="4900" b="1" dirty="0"/>
              <a:t>The Business Problem – Why Customers Leave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779C75-DC10-844C-3E53-359960D0261A}"/>
              </a:ext>
            </a:extLst>
          </p:cNvPr>
          <p:cNvSpPr txBox="1"/>
          <p:nvPr/>
        </p:nvSpPr>
        <p:spPr>
          <a:xfrm>
            <a:off x="604156" y="1123949"/>
            <a:ext cx="1103811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Challenge:</a:t>
            </a:r>
            <a:endParaRPr lang="en-US" sz="2800" dirty="0"/>
          </a:p>
          <a:p>
            <a:pPr lvl="1"/>
            <a:r>
              <a:rPr lang="en-US" sz="2800" dirty="0" err="1"/>
              <a:t>SyriaTel</a:t>
            </a:r>
            <a:r>
              <a:rPr lang="en-US" sz="2800" dirty="0"/>
              <a:t> loses ~15% of its customers each year.</a:t>
            </a:r>
          </a:p>
          <a:p>
            <a:pPr lvl="1"/>
            <a:r>
              <a:rPr lang="en-US" sz="2800" dirty="0"/>
              <a:t>That’s thousands of customers and millions in lost revenue.</a:t>
            </a:r>
          </a:p>
          <a:p>
            <a:pPr lvl="1"/>
            <a:r>
              <a:rPr lang="en-US" sz="2800" dirty="0"/>
              <a:t>Reacting </a:t>
            </a:r>
            <a:r>
              <a:rPr lang="en-US" sz="2800" i="1" dirty="0"/>
              <a:t>after</a:t>
            </a:r>
            <a:r>
              <a:rPr lang="en-US" sz="2800" dirty="0"/>
              <a:t> a customer leaves is expensive (cost to acquire a new customer is 5× higher than retaining one).</a:t>
            </a:r>
          </a:p>
          <a:p>
            <a:r>
              <a:rPr lang="en-US" sz="2800" b="1" dirty="0"/>
              <a:t>Our Goal:</a:t>
            </a:r>
            <a:endParaRPr lang="en-US" sz="2800" dirty="0"/>
          </a:p>
          <a:p>
            <a:pPr lvl="1"/>
            <a:r>
              <a:rPr lang="en-US" sz="2800" dirty="0"/>
              <a:t>Identify customers who are likely to churn before they leave.</a:t>
            </a:r>
          </a:p>
          <a:p>
            <a:pPr lvl="1"/>
            <a:r>
              <a:rPr lang="en-US" sz="2800" dirty="0"/>
              <a:t>Enable proactive retention offers – the right offer, to the right person, at the right time.</a:t>
            </a:r>
          </a:p>
          <a:p>
            <a:r>
              <a:rPr lang="en-US" sz="2800" b="1" dirty="0"/>
              <a:t>Visual:</a:t>
            </a:r>
            <a:r>
              <a:rPr lang="en-US" sz="2800" dirty="0"/>
              <a:t> A simple bar chart showing current churn rate vs. target reduction.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16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9F82-1098-CEE4-72C1-E916D7A9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F5D1A0-A491-65F8-7F7F-0661F171D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1907721"/>
            <a:ext cx="902017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43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DB80-69C8-708F-E30D-086D0146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Data- What we Analyzed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8B08BA-8B70-726F-9095-067C3DAA098E}"/>
              </a:ext>
            </a:extLst>
          </p:cNvPr>
          <p:cNvSpPr txBox="1"/>
          <p:nvPr/>
        </p:nvSpPr>
        <p:spPr>
          <a:xfrm>
            <a:off x="1066800" y="1690688"/>
            <a:ext cx="105156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source:</a:t>
            </a:r>
            <a:r>
              <a:rPr lang="en-US" sz="2800" dirty="0"/>
              <a:t> 3,333 customer records from </a:t>
            </a:r>
            <a:r>
              <a:rPr lang="en-US" sz="2800" dirty="0" err="1"/>
              <a:t>SyriaTel’s</a:t>
            </a:r>
            <a:r>
              <a:rPr lang="en-US" sz="2800" dirty="0"/>
              <a:t> system.</a:t>
            </a:r>
          </a:p>
          <a:p>
            <a:r>
              <a:rPr lang="en-US" sz="2800" b="1" dirty="0"/>
              <a:t>What we looked at: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Account details (tenure, international plan, voicemail plan)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Usage patterns (minutes &amp; charges – day, evening, night, international)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Customer service interactions (number of calls to support)</a:t>
            </a:r>
          </a:p>
          <a:p>
            <a:r>
              <a:rPr lang="en-US" sz="2800" b="1" dirty="0"/>
              <a:t>Key insight from data: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Customers with international plans and frequent service calls are far more likely to churn.</a:t>
            </a:r>
          </a:p>
          <a:p>
            <a:pPr lvl="1"/>
            <a:r>
              <a:rPr lang="en-US" sz="2800" b="1" dirty="0"/>
              <a:t>Visual:</a:t>
            </a:r>
            <a:r>
              <a:rPr lang="en-US" sz="2800" dirty="0"/>
              <a:t> Side-by-side bar chart showing churn rate for “international plan = yes” vs “no”.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097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1C676F-AD17-64DD-CD16-6025381DA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854" y="1223962"/>
            <a:ext cx="5362575" cy="4410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70FA30-AD74-5B24-CA09-C2D203B7F626}"/>
              </a:ext>
            </a:extLst>
          </p:cNvPr>
          <p:cNvSpPr txBox="1"/>
          <p:nvPr/>
        </p:nvSpPr>
        <p:spPr>
          <a:xfrm>
            <a:off x="1208314" y="206829"/>
            <a:ext cx="10091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Churn by International Plan</a:t>
            </a:r>
          </a:p>
        </p:txBody>
      </p:sp>
    </p:spTree>
    <p:extLst>
      <p:ext uri="{BB962C8B-B14F-4D97-AF65-F5344CB8AC3E}">
        <p14:creationId xmlns:p14="http://schemas.microsoft.com/office/powerpoint/2010/main" val="2811557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72F4-27D2-0B64-3651-72C93E0E3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832DD-329E-1191-62A3-4C08562CAECD}"/>
              </a:ext>
            </a:extLst>
          </p:cNvPr>
          <p:cNvSpPr txBox="1"/>
          <p:nvPr/>
        </p:nvSpPr>
        <p:spPr>
          <a:xfrm>
            <a:off x="1012371" y="1690688"/>
            <a:ext cx="108639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Our primary metric: “Detection rate”</a:t>
            </a:r>
            <a:r>
              <a:rPr lang="en-US" sz="2800" dirty="0"/>
              <a:t> (Recall)</a:t>
            </a:r>
          </a:p>
          <a:p>
            <a:pPr lvl="1"/>
            <a:r>
              <a:rPr lang="en-US" sz="2800" dirty="0"/>
              <a:t>How many of the customers who actually churned did we correctly flag?</a:t>
            </a:r>
          </a:p>
          <a:p>
            <a:pPr lvl="1"/>
            <a:r>
              <a:rPr lang="en-US" sz="2800" b="1" dirty="0"/>
              <a:t>Result:</a:t>
            </a:r>
            <a:r>
              <a:rPr lang="en-US" sz="2800" dirty="0"/>
              <a:t> We identify 81% of churners before they leave.</a:t>
            </a:r>
          </a:p>
          <a:p>
            <a:r>
              <a:rPr lang="en-US" sz="2800" b="1" dirty="0"/>
              <a:t>Why this matters:</a:t>
            </a:r>
            <a:endParaRPr lang="en-US" sz="2800" dirty="0"/>
          </a:p>
          <a:p>
            <a:pPr lvl="1"/>
            <a:r>
              <a:rPr lang="en-US" sz="2800" dirty="0"/>
              <a:t>Without the model: react after they leave → high cost.</a:t>
            </a:r>
          </a:p>
          <a:p>
            <a:pPr lvl="1"/>
            <a:r>
              <a:rPr lang="en-US" sz="2800" dirty="0"/>
              <a:t>With the model: reach out while they are still customers → save revenue.</a:t>
            </a:r>
          </a:p>
          <a:p>
            <a:r>
              <a:rPr lang="en-US" sz="2800" b="1" dirty="0"/>
              <a:t>Visual:</a:t>
            </a:r>
            <a:r>
              <a:rPr lang="en-US" sz="2800" dirty="0"/>
              <a:t> A bar chart showing “Churners identified” vs “Missed” (e.g., 81% vs 19%).</a:t>
            </a:r>
          </a:p>
          <a:p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37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FF98-FFBF-7D08-B986-01739043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Churn Rate by Customer Service Calls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B2C382-C0D5-9507-D7FC-FCE672C1E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247" y="2178504"/>
            <a:ext cx="80962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14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A857-EDB1-2FFA-9958-6A9FA1D0A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36AB4-A417-37E7-756D-3CC2CC47050D}"/>
              </a:ext>
            </a:extLst>
          </p:cNvPr>
          <p:cNvSpPr txBox="1"/>
          <p:nvPr/>
        </p:nvSpPr>
        <p:spPr>
          <a:xfrm>
            <a:off x="1023257" y="1382486"/>
            <a:ext cx="107550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Assumptions (based on industry averages):</a:t>
            </a:r>
            <a:endParaRPr lang="en-US" sz="2800" dirty="0"/>
          </a:p>
          <a:p>
            <a:pPr lvl="1"/>
            <a:r>
              <a:rPr lang="en-US" sz="2800" dirty="0"/>
              <a:t>Average monthly revenue per customer: $50</a:t>
            </a:r>
          </a:p>
          <a:p>
            <a:pPr lvl="1"/>
            <a:r>
              <a:rPr lang="en-US" sz="2800" dirty="0"/>
              <a:t>Retention offer success rate: 30%</a:t>
            </a:r>
          </a:p>
          <a:p>
            <a:pPr lvl="1"/>
            <a:r>
              <a:rPr lang="en-US" sz="2800" dirty="0"/>
              <a:t>Cost of retention campaign: $20 per customer</a:t>
            </a:r>
          </a:p>
          <a:p>
            <a:r>
              <a:rPr lang="en-US" sz="2800" b="1" dirty="0"/>
              <a:t>Annual impact (projected):</a:t>
            </a:r>
            <a:endParaRPr lang="en-US" sz="2800" dirty="0"/>
          </a:p>
          <a:p>
            <a:pPr lvl="1"/>
            <a:r>
              <a:rPr lang="en-US" sz="2800" b="1" dirty="0"/>
              <a:t>Revenue saved:</a:t>
            </a:r>
            <a:r>
              <a:rPr lang="en-US" sz="2800" dirty="0"/>
              <a:t> $120,000</a:t>
            </a:r>
          </a:p>
          <a:p>
            <a:pPr lvl="1"/>
            <a:r>
              <a:rPr lang="en-US" sz="2800" b="1" dirty="0"/>
              <a:t>Campaign cost:</a:t>
            </a:r>
            <a:r>
              <a:rPr lang="en-US" sz="2800" dirty="0"/>
              <a:t> $40,000</a:t>
            </a:r>
          </a:p>
          <a:p>
            <a:pPr lvl="1"/>
            <a:r>
              <a:rPr lang="en-US" sz="2800" b="1" dirty="0"/>
              <a:t>Net benefit:</a:t>
            </a:r>
            <a:r>
              <a:rPr lang="en-US" sz="2800" dirty="0"/>
              <a:t> $80,000 per year</a:t>
            </a:r>
          </a:p>
          <a:p>
            <a:pPr lvl="1"/>
            <a:r>
              <a:rPr lang="en-US" sz="2800" b="1" dirty="0"/>
              <a:t>ROI:</a:t>
            </a:r>
            <a:r>
              <a:rPr lang="en-US" sz="2800" dirty="0"/>
              <a:t> 2× (for every $1 spent, </a:t>
            </a:r>
            <a:r>
              <a:rPr lang="en-US" sz="2800" dirty="0" err="1"/>
              <a:t>SyriaTel</a:t>
            </a:r>
            <a:r>
              <a:rPr lang="en-US" sz="2800" dirty="0"/>
              <a:t> gets $2 back)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74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3B5C-926D-713E-F955-5B37FB81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2B4EE-F547-3D83-7D64-62E4898306C7}"/>
              </a:ext>
            </a:extLst>
          </p:cNvPr>
          <p:cNvSpPr txBox="1"/>
          <p:nvPr/>
        </p:nvSpPr>
        <p:spPr>
          <a:xfrm>
            <a:off x="1077686" y="1480457"/>
            <a:ext cx="107442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Top 3 factors (feature importance):</a:t>
            </a:r>
            <a:endParaRPr lang="en-US" sz="2800" dirty="0"/>
          </a:p>
          <a:p>
            <a:pPr lvl="1"/>
            <a:r>
              <a:rPr lang="en-US" sz="2800" b="1" dirty="0"/>
              <a:t>Customer service calls</a:t>
            </a:r>
            <a:r>
              <a:rPr lang="en-US" sz="2800" dirty="0"/>
              <a:t> – customers with 4+ calls are extremely high risk.</a:t>
            </a:r>
          </a:p>
          <a:p>
            <a:pPr lvl="1"/>
            <a:r>
              <a:rPr lang="en-US" sz="2800" b="1" dirty="0"/>
              <a:t>International plan</a:t>
            </a:r>
            <a:r>
              <a:rPr lang="en-US" sz="2800" dirty="0"/>
              <a:t> – these customers churn at nearly double the rate.</a:t>
            </a:r>
          </a:p>
          <a:p>
            <a:pPr lvl="1"/>
            <a:r>
              <a:rPr lang="en-US" sz="2800" b="1" dirty="0"/>
              <a:t>Daytime charges</a:t>
            </a:r>
            <a:r>
              <a:rPr lang="en-US" sz="2800" dirty="0"/>
              <a:t> – high usage correlates with higher churn.</a:t>
            </a:r>
          </a:p>
          <a:p>
            <a:r>
              <a:rPr lang="en-US" sz="2800" b="1" dirty="0"/>
              <a:t>What this tells us:</a:t>
            </a:r>
            <a:endParaRPr lang="en-US" sz="2800" dirty="0"/>
          </a:p>
          <a:p>
            <a:pPr lvl="1"/>
            <a:r>
              <a:rPr lang="en-US" sz="2800" dirty="0"/>
              <a:t>Service problems are a major cause of churn.</a:t>
            </a:r>
          </a:p>
          <a:p>
            <a:pPr lvl="1"/>
            <a:r>
              <a:rPr lang="en-US" sz="2800" dirty="0"/>
              <a:t>International plan may be overpriced or poorly valued.</a:t>
            </a:r>
          </a:p>
          <a:p>
            <a:pPr lvl="1"/>
            <a:r>
              <a:rPr lang="en-US" sz="2800" dirty="0"/>
              <a:t>Our model gives us clear, actionable signals.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12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C790-C69E-DB06-2E80-324294468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F83CF-8341-0F62-848C-CE0ED8778E4D}"/>
              </a:ext>
            </a:extLst>
          </p:cNvPr>
          <p:cNvSpPr txBox="1"/>
          <p:nvPr/>
        </p:nvSpPr>
        <p:spPr>
          <a:xfrm>
            <a:off x="1012371" y="1328057"/>
            <a:ext cx="1067888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Immediate actions (next 30 days):</a:t>
            </a: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Deploy the model</a:t>
            </a:r>
            <a:r>
              <a:rPr lang="en-US" sz="2800" dirty="0"/>
              <a:t> – score all customers weekly and flag those with &gt;70% churn probability.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Prioritize high-risk segments:</a:t>
            </a:r>
            <a:endParaRPr lang="en-US" sz="2800" dirty="0"/>
          </a:p>
          <a:p>
            <a:pPr lvl="2"/>
            <a:r>
              <a:rPr lang="en-US" sz="2800" dirty="0"/>
              <a:t>Customers with international plan + 3+ service calls</a:t>
            </a:r>
          </a:p>
          <a:p>
            <a:pPr lvl="2"/>
            <a:r>
              <a:rPr lang="en-US" sz="2800" dirty="0"/>
              <a:t>Customers with 4+ service calls in the last month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Offer targeted retention incentives</a:t>
            </a:r>
            <a:r>
              <a:rPr lang="en-US" sz="2800" dirty="0"/>
              <a:t> – e.g., one-month discount, free upgrade.</a:t>
            </a:r>
          </a:p>
          <a:p>
            <a:r>
              <a:rPr lang="en-US" sz="2800" b="1" dirty="0"/>
              <a:t>Customer service improvements:</a:t>
            </a:r>
            <a:endParaRPr lang="en-US" sz="2800" dirty="0"/>
          </a:p>
          <a:p>
            <a:pPr lvl="1"/>
            <a:r>
              <a:rPr lang="en-US" sz="2800" dirty="0"/>
              <a:t>Implement a callback system to reduce hold times.</a:t>
            </a:r>
          </a:p>
          <a:p>
            <a:pPr lvl="1"/>
            <a:r>
              <a:rPr lang="en-US" sz="2800" dirty="0"/>
              <a:t>Train agents to identify and assist at-risk customers.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706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C2EA-3855-0278-AEC4-B50C3BD1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D1D52-3F03-3450-BD94-2EFA4A218C4E}"/>
              </a:ext>
            </a:extLst>
          </p:cNvPr>
          <p:cNvSpPr txBox="1"/>
          <p:nvPr/>
        </p:nvSpPr>
        <p:spPr>
          <a:xfrm>
            <a:off x="936171" y="1404257"/>
            <a:ext cx="1041762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Monitor &amp; refine:</a:t>
            </a:r>
            <a:endParaRPr lang="en-US" sz="2800" dirty="0"/>
          </a:p>
          <a:p>
            <a:pPr lvl="1"/>
            <a:r>
              <a:rPr lang="en-US" sz="2800" dirty="0"/>
              <a:t>Retrain the model every 3 months with fresh data.</a:t>
            </a:r>
          </a:p>
          <a:p>
            <a:pPr lvl="1"/>
            <a:r>
              <a:rPr lang="en-US" sz="2800" dirty="0"/>
              <a:t>A/B test different retention offers to find what works best.</a:t>
            </a:r>
          </a:p>
          <a:p>
            <a:r>
              <a:rPr lang="en-US" sz="2800" b="1" dirty="0"/>
              <a:t>Expand the data:</a:t>
            </a:r>
            <a:endParaRPr lang="en-US" sz="2800" dirty="0"/>
          </a:p>
          <a:p>
            <a:pPr lvl="1"/>
            <a:r>
              <a:rPr lang="en-US" sz="2800" dirty="0"/>
              <a:t>Include customer feedback, competitor pricing, and web/app usage.</a:t>
            </a:r>
          </a:p>
          <a:p>
            <a:r>
              <a:rPr lang="en-US" sz="2800" b="1" dirty="0"/>
              <a:t>Build a retention dashboard:</a:t>
            </a:r>
            <a:endParaRPr lang="en-US" sz="2800" dirty="0"/>
          </a:p>
          <a:p>
            <a:pPr lvl="1"/>
            <a:r>
              <a:rPr lang="en-US" sz="2800" dirty="0"/>
              <a:t>Give management real-time visibility into churn risk.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26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D0A98B-3AE3-776C-8416-CB5C77075AFA}"/>
              </a:ext>
            </a:extLst>
          </p:cNvPr>
          <p:cNvSpPr txBox="1"/>
          <p:nvPr/>
        </p:nvSpPr>
        <p:spPr>
          <a:xfrm>
            <a:off x="4354285" y="2373086"/>
            <a:ext cx="6313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THE 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9673F-33BB-2D74-C26D-A01038233926}"/>
              </a:ext>
            </a:extLst>
          </p:cNvPr>
          <p:cNvSpPr txBox="1"/>
          <p:nvPr/>
        </p:nvSpPr>
        <p:spPr>
          <a:xfrm>
            <a:off x="8186057" y="5834743"/>
            <a:ext cx="4767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2773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682</Words>
  <Application>Microsoft Office PowerPoint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Presentation Title:</vt:lpstr>
      <vt:lpstr>Title Slide</vt:lpstr>
      <vt:lpstr>Agenda / Overview </vt:lpstr>
      <vt:lpstr>The Business Problem – Why Customers Leave  </vt:lpstr>
      <vt:lpstr>Customer Churn Distribution</vt:lpstr>
      <vt:lpstr>Our Data- What we Analyzed</vt:lpstr>
      <vt:lpstr>PowerPoint Presentation</vt:lpstr>
      <vt:lpstr>Model Performance</vt:lpstr>
      <vt:lpstr>Churn Rate by Customer Service Calls</vt:lpstr>
      <vt:lpstr>Financial Impact</vt:lpstr>
      <vt:lpstr>Key Drivers</vt:lpstr>
      <vt:lpstr>Recommendations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Lucy Muchiri</dc:creator>
  <cp:lastModifiedBy>Lucy Muchiri</cp:lastModifiedBy>
  <cp:revision>1</cp:revision>
  <dcterms:created xsi:type="dcterms:W3CDTF">2026-02-12T19:37:45Z</dcterms:created>
  <dcterms:modified xsi:type="dcterms:W3CDTF">2026-02-12T20:08:33Z</dcterms:modified>
</cp:coreProperties>
</file>